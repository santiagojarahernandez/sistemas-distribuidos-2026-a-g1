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Inter" panose="020B0604020202020204" charset="0"/>
      <p:regular r:id="rId10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1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de Reservas de Canchas Deportivas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Semestre 2026-1 | CORHUILA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01" y="905589"/>
            <a:ext cx="4595693" cy="568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Logros de la Semana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36201" y="1766411"/>
            <a:ext cx="12557998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Avances significativos en la arquitectura, seguridad y funcionalidad del sistema distribuido.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36201" y="2193012"/>
            <a:ext cx="4088606" cy="2754868"/>
          </a:xfrm>
          <a:prstGeom prst="roundRect">
            <a:avLst>
              <a:gd name="adj" fmla="val 277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225748" y="2382560"/>
            <a:ext cx="545902" cy="545902"/>
          </a:xfrm>
          <a:prstGeom prst="roundRect">
            <a:avLst>
              <a:gd name="adj" fmla="val 16748584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5886" y="2532698"/>
            <a:ext cx="245626" cy="2456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748" y="3074432"/>
            <a:ext cx="2889885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— Consolidación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225748" y="3446264"/>
            <a:ext cx="3709511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completo de reservas en ms-reservas con manejo semántico de errores HTTP (404, 409, 400, 500) y configuración del Gateway mediante variables de entorno.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70778" y="2193012"/>
            <a:ext cx="4088725" cy="2754868"/>
          </a:xfrm>
          <a:prstGeom prst="roundRect">
            <a:avLst>
              <a:gd name="adj" fmla="val 277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5460325" y="2382560"/>
            <a:ext cx="545902" cy="545902"/>
          </a:xfrm>
          <a:prstGeom prst="roundRect">
            <a:avLst>
              <a:gd name="adj" fmla="val 16748584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0463" y="2532698"/>
            <a:ext cx="245626" cy="2456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0325" y="3074432"/>
            <a:ext cx="2403991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Autenticación Segura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460325" y="3446264"/>
            <a:ext cx="3709630" cy="104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usuarios con contraseña cifrada (BCrypt), login con generación de JWT con expiración de 24 horas y persistencia en MongoDB.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505474" y="2193012"/>
            <a:ext cx="4088725" cy="2754868"/>
          </a:xfrm>
          <a:prstGeom prst="roundRect">
            <a:avLst>
              <a:gd name="adj" fmla="val 277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9695021" y="2382560"/>
            <a:ext cx="545902" cy="545902"/>
          </a:xfrm>
          <a:prstGeom prst="roundRect">
            <a:avLst>
              <a:gd name="adj" fmla="val 16748584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45159" y="2532698"/>
            <a:ext cx="245626" cy="2456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95021" y="3074432"/>
            <a:ext cx="256579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Seguridad del Gateway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695021" y="3446264"/>
            <a:ext cx="3709630" cy="104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 JWT implementado, validación en cada petición, bloqueo de accesos no autorizados (401) y propagación de headers hacia microservicios.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036201" y="5093851"/>
            <a:ext cx="6206014" cy="2230041"/>
          </a:xfrm>
          <a:prstGeom prst="roundRect">
            <a:avLst>
              <a:gd name="adj" fmla="val 342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1225748" y="5283398"/>
            <a:ext cx="545902" cy="545902"/>
          </a:xfrm>
          <a:prstGeom prst="roundRect">
            <a:avLst>
              <a:gd name="adj" fmla="val 16748584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5886" y="5433536"/>
            <a:ext cx="245626" cy="2456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25748" y="5975271"/>
            <a:ext cx="311491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— CRUD Funcional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1225748" y="6347103"/>
            <a:ext cx="5826919" cy="78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completa con API de reservas, lógica de creación, edición y eliminación, hooks personalizados y componentes de UI con validaciones.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388185" y="5093851"/>
            <a:ext cx="6206014" cy="2230041"/>
          </a:xfrm>
          <a:prstGeom prst="roundRect">
            <a:avLst>
              <a:gd name="adj" fmla="val 342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7577733" y="5283398"/>
            <a:ext cx="545902" cy="545902"/>
          </a:xfrm>
          <a:prstGeom prst="roundRect">
            <a:avLst>
              <a:gd name="adj" fmla="val 16748584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7871" y="5433536"/>
            <a:ext cx="245626" cy="2456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77733" y="5975271"/>
            <a:ext cx="227492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Infraestructura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7577733" y="6347103"/>
            <a:ext cx="5826919" cy="78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 con Docker Compose, integración de PostgreSQL y MongoDB, reconstrucción de contenedores para corrección de despliegue.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615" y="573286"/>
            <a:ext cx="6908483" cy="651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Decisiones de Arquitectura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29615" y="2234446"/>
            <a:ext cx="4095750" cy="2585918"/>
          </a:xfrm>
          <a:prstGeom prst="roundRect">
            <a:avLst>
              <a:gd name="adj" fmla="val 4243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06755" y="2234446"/>
            <a:ext cx="91440" cy="2585918"/>
          </a:xfrm>
          <a:prstGeom prst="roundRect">
            <a:avLst>
              <a:gd name="adj" fmla="val 95760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29533" y="2465784"/>
            <a:ext cx="3564493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Externalización de Configuración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029533" y="3308866"/>
            <a:ext cx="356449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variables de entorno en el Gateway para mayor flexibilidad y seguridad en diferentes entornos de despliegue.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16937" y="2234446"/>
            <a:ext cx="4095869" cy="2585918"/>
          </a:xfrm>
          <a:prstGeom prst="roundRect">
            <a:avLst>
              <a:gd name="adj" fmla="val 4243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994077" y="2234446"/>
            <a:ext cx="91440" cy="2585918"/>
          </a:xfrm>
          <a:prstGeom prst="roundRect">
            <a:avLst>
              <a:gd name="adj" fmla="val 95760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316855" y="2465784"/>
            <a:ext cx="3083957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Manejo de Errores HTTP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5316855" y="2983111"/>
            <a:ext cx="35646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consistente para facilitar la integración frontend y proporcionar mensajes claros al usuario.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9615" y="5011936"/>
            <a:ext cx="4095750" cy="1940123"/>
          </a:xfrm>
          <a:prstGeom prst="roundRect">
            <a:avLst>
              <a:gd name="adj" fmla="val 56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706755" y="5011936"/>
            <a:ext cx="91440" cy="1940123"/>
          </a:xfrm>
          <a:prstGeom prst="roundRect">
            <a:avLst>
              <a:gd name="adj" fmla="val 95760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029533" y="5243274"/>
            <a:ext cx="260604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Contenerización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029533" y="5760601"/>
            <a:ext cx="356449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 para despliegue reproducible y escalable en cualquier infraestructura.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16937" y="5011936"/>
            <a:ext cx="4095869" cy="1940123"/>
          </a:xfrm>
          <a:prstGeom prst="roundRect">
            <a:avLst>
              <a:gd name="adj" fmla="val 56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994077" y="5011936"/>
            <a:ext cx="91440" cy="1940123"/>
          </a:xfrm>
          <a:prstGeom prst="roundRect">
            <a:avLst>
              <a:gd name="adj" fmla="val 95760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316855" y="5243274"/>
            <a:ext cx="2988112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Seguridad Centralizada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5316855" y="5760601"/>
            <a:ext cx="35646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de JWT en el Gateway para proteger todos los microservicios de manera uniforme.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061" y="1727716"/>
            <a:ext cx="4279225" cy="57310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6498" y="634841"/>
            <a:ext cx="5776198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Aspectos Pendientes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6266498" y="1659850"/>
            <a:ext cx="7583805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Funcionalidades clave para completar la implementación del sistema.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489383" y="2594015"/>
            <a:ext cx="222885" cy="1297900"/>
          </a:xfrm>
          <a:prstGeom prst="roundRect">
            <a:avLst>
              <a:gd name="adj" fmla="val 4200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3"/>
          <p:cNvSpPr/>
          <p:nvPr/>
        </p:nvSpPr>
        <p:spPr>
          <a:xfrm>
            <a:off x="6266498" y="2447687"/>
            <a:ext cx="668655" cy="668655"/>
          </a:xfrm>
          <a:prstGeom prst="roundRect">
            <a:avLst>
              <a:gd name="adj" fmla="val 68376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3661" y="2614851"/>
            <a:ext cx="334328" cy="334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54108" y="2482572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de Acceso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7154108" y="2962156"/>
            <a:ext cx="6696194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de roles (ADMIN vs USER) y restricción de acceso a recursos según permisos.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823710" y="4445318"/>
            <a:ext cx="222885" cy="1297900"/>
          </a:xfrm>
          <a:prstGeom prst="roundRect">
            <a:avLst>
              <a:gd name="adj" fmla="val 4200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6600825" y="4298990"/>
            <a:ext cx="668655" cy="668655"/>
          </a:xfrm>
          <a:prstGeom prst="roundRect">
            <a:avLst>
              <a:gd name="adj" fmla="val 68376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7989" y="4466153"/>
            <a:ext cx="334328" cy="334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88436" y="4333875"/>
            <a:ext cx="2926318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Integración Completa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7488436" y="4813459"/>
            <a:ext cx="6361867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del usuario autenticado en ms-reservas y filtrado de reservas por propietario.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158038" y="6296620"/>
            <a:ext cx="222885" cy="1297900"/>
          </a:xfrm>
          <a:prstGeom prst="roundRect">
            <a:avLst>
              <a:gd name="adj" fmla="val 4200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1"/>
          <p:cNvSpPr/>
          <p:nvPr/>
        </p:nvSpPr>
        <p:spPr>
          <a:xfrm>
            <a:off x="6935153" y="6150293"/>
            <a:ext cx="668655" cy="668655"/>
          </a:xfrm>
          <a:prstGeom prst="roundRect">
            <a:avLst>
              <a:gd name="adj" fmla="val 68376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02316" y="6317456"/>
            <a:ext cx="334328" cy="334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22763" y="6185178"/>
            <a:ext cx="3542347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— Autenticación</a:t>
            </a:r>
            <a:endParaRPr lang="en-US" sz="2150" dirty="0"/>
          </a:p>
        </p:txBody>
      </p:sp>
      <p:sp>
        <p:nvSpPr>
          <p:cNvPr id="19" name="Text 13"/>
          <p:cNvSpPr/>
          <p:nvPr/>
        </p:nvSpPr>
        <p:spPr>
          <a:xfrm>
            <a:off x="7822763" y="6664762"/>
            <a:ext cx="6027539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Pantallas de login y registro, manejo de sesión con JWT y consumo de endpoints protegidos.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406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1642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3468529"/>
            <a:ext cx="350150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de control de acceso por roles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del X-User-Id en la lógica de reservas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de permisos en endpoints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Manejo de autorización granular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281642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4856321" y="3468529"/>
            <a:ext cx="3501509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de login y registro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Manejo de sesión con JWT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Consumo de endpoints protegidos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Interfaz de gestión de usuarios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6207" y="1063585"/>
            <a:ext cx="4213622" cy="47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 del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036207" y="1799630"/>
            <a:ext cx="2295168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Pruebas Realizadas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36207" y="2202656"/>
            <a:ext cx="344210" cy="344210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 sz="2000"/>
          </a:p>
        </p:txBody>
      </p:sp>
      <p:sp>
        <p:nvSpPr>
          <p:cNvPr id="5" name="Text 3"/>
          <p:cNvSpPr/>
          <p:nvPr/>
        </p:nvSpPr>
        <p:spPr>
          <a:xfrm>
            <a:off x="2483525" y="2255163"/>
            <a:ext cx="1912620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Acceso sin token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83525" y="2597229"/>
            <a:ext cx="3005376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401 Unauthorized correctamente implementada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36207" y="3213378"/>
            <a:ext cx="344210" cy="344210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 sz="2000"/>
          </a:p>
        </p:txBody>
      </p:sp>
      <p:sp>
        <p:nvSpPr>
          <p:cNvPr id="8" name="Text 6"/>
          <p:cNvSpPr/>
          <p:nvPr/>
        </p:nvSpPr>
        <p:spPr>
          <a:xfrm>
            <a:off x="2483525" y="3265884"/>
            <a:ext cx="227659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Acceso con token válido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3525" y="3607951"/>
            <a:ext cx="3005376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200 OK y acceso a recursos protegidos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36207" y="4224099"/>
            <a:ext cx="344210" cy="344210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 sz="2000"/>
          </a:p>
        </p:txBody>
      </p:sp>
      <p:sp>
        <p:nvSpPr>
          <p:cNvPr id="11" name="Text 9"/>
          <p:cNvSpPr/>
          <p:nvPr/>
        </p:nvSpPr>
        <p:spPr>
          <a:xfrm>
            <a:off x="2483525" y="4276606"/>
            <a:ext cx="1912620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Generación de JWT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83525" y="4618673"/>
            <a:ext cx="3005376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generado en login con información del usuario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36207" y="5234821"/>
            <a:ext cx="344210" cy="344210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 sz="2000"/>
          </a:p>
        </p:txBody>
      </p:sp>
      <p:sp>
        <p:nvSpPr>
          <p:cNvPr id="14" name="Text 12"/>
          <p:cNvSpPr/>
          <p:nvPr/>
        </p:nvSpPr>
        <p:spPr>
          <a:xfrm>
            <a:off x="2483525" y="5287328"/>
            <a:ext cx="1912620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 del token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83525" y="5629394"/>
            <a:ext cx="3005376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 valida firma y expiración correctamente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36207" y="6245543"/>
            <a:ext cx="344210" cy="344210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 sz="2000"/>
          </a:p>
        </p:txBody>
      </p:sp>
      <p:sp>
        <p:nvSpPr>
          <p:cNvPr id="17" name="Text 15"/>
          <p:cNvSpPr/>
          <p:nvPr/>
        </p:nvSpPr>
        <p:spPr>
          <a:xfrm>
            <a:off x="2483525" y="6298049"/>
            <a:ext cx="1912620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Consumo del CRUD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83525" y="6640116"/>
            <a:ext cx="3005376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interactúa exitosamente con la API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662" y="2134314"/>
            <a:ext cx="6731913" cy="3757255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869662" y="6007656"/>
            <a:ext cx="6731913" cy="720447"/>
          </a:xfrm>
          <a:prstGeom prst="roundRect">
            <a:avLst>
              <a:gd name="adj" fmla="val 8920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658" y="6217325"/>
            <a:ext cx="191214" cy="15299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66867" y="6148983"/>
            <a:ext cx="6081712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sistema cuenta con autenticación funcional, un Gateway seguro y un frontend parcialmente integrado con la API.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6454" y="428982"/>
            <a:ext cx="4774406" cy="471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 Actual del Sistema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106454" y="1101685"/>
            <a:ext cx="10417493" cy="201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basada en microservicios con componentes desacoplados y comunicando eficientemente.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106454" y="5669161"/>
            <a:ext cx="5158502" cy="1015484"/>
          </a:xfrm>
          <a:prstGeom prst="roundRect">
            <a:avLst>
              <a:gd name="adj" fmla="val 624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2265045" y="5827752"/>
            <a:ext cx="1887141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Estable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2265045" y="6123861"/>
            <a:ext cx="4841319" cy="402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Microservicios desacoplados con interfaces bien definidas y comunicación eficiente.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65444" y="5669161"/>
            <a:ext cx="5158502" cy="1015484"/>
          </a:xfrm>
          <a:prstGeom prst="roundRect">
            <a:avLst>
              <a:gd name="adj" fmla="val 624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7524036" y="5827752"/>
            <a:ext cx="2310289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Seguridad Implementada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24036" y="6123861"/>
            <a:ext cx="4841319" cy="402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Autenticación JWT en el Gateway protege todos los endpoints de manera centralizada.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106454" y="6785134"/>
            <a:ext cx="5158502" cy="1015484"/>
          </a:xfrm>
          <a:prstGeom prst="roundRect">
            <a:avLst>
              <a:gd name="adj" fmla="val 624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2265045" y="6943725"/>
            <a:ext cx="1887141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Funcional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2265045" y="7239833"/>
            <a:ext cx="4841319" cy="402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integra operaciones completas de reservas con validaciones y estados gestionados.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65444" y="6785134"/>
            <a:ext cx="5158502" cy="1015484"/>
          </a:xfrm>
          <a:prstGeom prst="roundRect">
            <a:avLst>
              <a:gd name="adj" fmla="val 624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7524036" y="6943725"/>
            <a:ext cx="191095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Listo para Expansión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524036" y="7239833"/>
            <a:ext cx="4841319" cy="402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sólida para implementar control de acceso e integración completa del sistema.</a:t>
            </a:r>
            <a:endParaRPr lang="en-US" sz="1150" dirty="0"/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221A4CBE-AF2F-187E-F314-B8698DA2A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22" y="1302782"/>
            <a:ext cx="12530667" cy="45927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500</Words>
  <Application>Microsoft Office PowerPoint</Application>
  <PresentationFormat>Personalizado</PresentationFormat>
  <Paragraphs>72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Inter</vt:lpstr>
      <vt:lpstr>Inter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Santiago Jara</cp:lastModifiedBy>
  <cp:revision>3</cp:revision>
  <dcterms:created xsi:type="dcterms:W3CDTF">2026-03-24T19:10:29Z</dcterms:created>
  <dcterms:modified xsi:type="dcterms:W3CDTF">2026-03-25T00:36:08Z</dcterms:modified>
</cp:coreProperties>
</file>